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k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2-орташа мәнер - 1-екпін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ақырып слай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844BD1DE-7ED7-DD84-69BC-B6B223251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k-KZ"/>
              <a:t>Тақырып үлгісі</a:t>
            </a:r>
          </a:p>
        </p:txBody>
      </p:sp>
      <p:sp>
        <p:nvSpPr>
          <p:cNvPr id="3" name="Тақырыпша 2">
            <a:extLst>
              <a:ext uri="{FF2B5EF4-FFF2-40B4-BE49-F238E27FC236}">
                <a16:creationId xmlns:a16="http://schemas.microsoft.com/office/drawing/2014/main" id="{B584E704-4695-51C9-DB80-2D2346896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k-KZ"/>
              <a:t>Тақырыпша үлгісі</a:t>
            </a:r>
          </a:p>
        </p:txBody>
      </p:sp>
      <p:sp>
        <p:nvSpPr>
          <p:cNvPr id="4" name="Күн 3">
            <a:extLst>
              <a:ext uri="{FF2B5EF4-FFF2-40B4-BE49-F238E27FC236}">
                <a16:creationId xmlns:a16="http://schemas.microsoft.com/office/drawing/2014/main" id="{86BB6A32-27C2-DA19-793B-701D6E40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B7F7-4C21-FA47-B293-852A0B59BF8C}" type="datetimeFigureOut">
              <a:rPr lang="kk-KZ" smtClean="0"/>
              <a:t>23.10.2025</a:t>
            </a:fld>
            <a:endParaRPr lang="kk-KZ"/>
          </a:p>
        </p:txBody>
      </p:sp>
      <p:sp>
        <p:nvSpPr>
          <p:cNvPr id="5" name="Төменгі колонтитул 4">
            <a:extLst>
              <a:ext uri="{FF2B5EF4-FFF2-40B4-BE49-F238E27FC236}">
                <a16:creationId xmlns:a16="http://schemas.microsoft.com/office/drawing/2014/main" id="{7AD6FA3A-23BD-1E8D-26A3-E2EFC5937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k-KZ"/>
          </a:p>
        </p:txBody>
      </p:sp>
      <p:sp>
        <p:nvSpPr>
          <p:cNvPr id="6" name="Слайд нөмірі 5">
            <a:extLst>
              <a:ext uri="{FF2B5EF4-FFF2-40B4-BE49-F238E27FC236}">
                <a16:creationId xmlns:a16="http://schemas.microsoft.com/office/drawing/2014/main" id="{FCE805D6-D846-0727-B9BE-0B72C061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DC5C-B6CF-C441-A98C-4C649333467C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126036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Тақырып және ныса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4624B474-3127-5822-642C-D99986E0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/>
              <a:t>Тақырып үлгісі</a:t>
            </a:r>
          </a:p>
        </p:txBody>
      </p:sp>
      <p:sp>
        <p:nvSpPr>
          <p:cNvPr id="3" name="Мазмұн 2">
            <a:extLst>
              <a:ext uri="{FF2B5EF4-FFF2-40B4-BE49-F238E27FC236}">
                <a16:creationId xmlns:a16="http://schemas.microsoft.com/office/drawing/2014/main" id="{6E21DC1A-281C-B3B2-B4F9-80C580D10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k-KZ"/>
              <a:t>Негізгі мәтін үлгісін</a:t>
            </a:r>
          </a:p>
          <a:p>
            <a:pPr lvl="1"/>
            <a:r>
              <a:rPr lang="kk-KZ"/>
              <a:t>Екінші деңгейді</a:t>
            </a:r>
          </a:p>
          <a:p>
            <a:pPr lvl="2"/>
            <a:r>
              <a:rPr lang="kk-KZ"/>
              <a:t>Үшінші деңгейді</a:t>
            </a:r>
          </a:p>
          <a:p>
            <a:pPr lvl="3"/>
            <a:r>
              <a:rPr lang="kk-KZ"/>
              <a:t>Төртінші деңгейді</a:t>
            </a:r>
          </a:p>
          <a:p>
            <a:pPr lvl="4"/>
            <a:r>
              <a:rPr lang="kk-KZ"/>
              <a:t>Бесінші деңгейді өңдеу үшін басыңыз</a:t>
            </a:r>
          </a:p>
        </p:txBody>
      </p:sp>
      <p:sp>
        <p:nvSpPr>
          <p:cNvPr id="4" name="Күн 3">
            <a:extLst>
              <a:ext uri="{FF2B5EF4-FFF2-40B4-BE49-F238E27FC236}">
                <a16:creationId xmlns:a16="http://schemas.microsoft.com/office/drawing/2014/main" id="{BBE94194-A5AF-A8AA-46AF-9FBCCAEF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B7F7-4C21-FA47-B293-852A0B59BF8C}" type="datetimeFigureOut">
              <a:rPr lang="kk-KZ" smtClean="0"/>
              <a:t>23.10.2025</a:t>
            </a:fld>
            <a:endParaRPr lang="kk-KZ"/>
          </a:p>
        </p:txBody>
      </p:sp>
      <p:sp>
        <p:nvSpPr>
          <p:cNvPr id="5" name="Төменгі колонтитул 4">
            <a:extLst>
              <a:ext uri="{FF2B5EF4-FFF2-40B4-BE49-F238E27FC236}">
                <a16:creationId xmlns:a16="http://schemas.microsoft.com/office/drawing/2014/main" id="{5416D9C6-A988-C123-99D7-53CD5CC5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k-KZ"/>
          </a:p>
        </p:txBody>
      </p:sp>
      <p:sp>
        <p:nvSpPr>
          <p:cNvPr id="6" name="Слайд нөмірі 5">
            <a:extLst>
              <a:ext uri="{FF2B5EF4-FFF2-40B4-BE49-F238E27FC236}">
                <a16:creationId xmlns:a16="http://schemas.microsoft.com/office/drawing/2014/main" id="{87AE32DA-376E-C560-5DF6-51FF2BC4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DC5C-B6CF-C441-A98C-4C649333467C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2665173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Бөлім тақырыб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FBA3B802-08BF-0ABE-4332-DC077647E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k-KZ"/>
              <a:t>Тақырып үлгісі</a:t>
            </a:r>
          </a:p>
        </p:txBody>
      </p:sp>
      <p:sp>
        <p:nvSpPr>
          <p:cNvPr id="3" name="Мәтін 2">
            <a:extLst>
              <a:ext uri="{FF2B5EF4-FFF2-40B4-BE49-F238E27FC236}">
                <a16:creationId xmlns:a16="http://schemas.microsoft.com/office/drawing/2014/main" id="{E65B84D4-3296-15F6-0730-C3D713893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k-KZ"/>
              <a:t>Негізгі мәтін үлгісін</a:t>
            </a:r>
          </a:p>
        </p:txBody>
      </p:sp>
      <p:sp>
        <p:nvSpPr>
          <p:cNvPr id="4" name="Күн 3">
            <a:extLst>
              <a:ext uri="{FF2B5EF4-FFF2-40B4-BE49-F238E27FC236}">
                <a16:creationId xmlns:a16="http://schemas.microsoft.com/office/drawing/2014/main" id="{FD24C3A9-7390-E74A-59D7-002605156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B7F7-4C21-FA47-B293-852A0B59BF8C}" type="datetimeFigureOut">
              <a:rPr lang="kk-KZ" smtClean="0"/>
              <a:t>23.10.2025</a:t>
            </a:fld>
            <a:endParaRPr lang="kk-KZ"/>
          </a:p>
        </p:txBody>
      </p:sp>
      <p:sp>
        <p:nvSpPr>
          <p:cNvPr id="5" name="Төменгі колонтитул 4">
            <a:extLst>
              <a:ext uri="{FF2B5EF4-FFF2-40B4-BE49-F238E27FC236}">
                <a16:creationId xmlns:a16="http://schemas.microsoft.com/office/drawing/2014/main" id="{463EB163-B1F2-2B5F-2BEF-D61C569A7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k-KZ"/>
          </a:p>
        </p:txBody>
      </p:sp>
      <p:sp>
        <p:nvSpPr>
          <p:cNvPr id="6" name="Слайд нөмірі 5">
            <a:extLst>
              <a:ext uri="{FF2B5EF4-FFF2-40B4-BE49-F238E27FC236}">
                <a16:creationId xmlns:a16="http://schemas.microsoft.com/office/drawing/2014/main" id="{42053392-4F4A-1F29-7183-FC5BABDEF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DC5C-B6CF-C441-A98C-4C649333467C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1638808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Екі ныса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72930B0E-E75C-9F9F-9CE7-54789AD2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/>
              <a:t>Тақырып үлгісі</a:t>
            </a:r>
          </a:p>
        </p:txBody>
      </p:sp>
      <p:sp>
        <p:nvSpPr>
          <p:cNvPr id="3" name="Мазмұн 2">
            <a:extLst>
              <a:ext uri="{FF2B5EF4-FFF2-40B4-BE49-F238E27FC236}">
                <a16:creationId xmlns:a16="http://schemas.microsoft.com/office/drawing/2014/main" id="{7F90C871-A511-F353-6904-3A7DE190B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k-KZ"/>
              <a:t>Негізгі мәтін үлгісін</a:t>
            </a:r>
          </a:p>
          <a:p>
            <a:pPr lvl="1"/>
            <a:r>
              <a:rPr lang="kk-KZ"/>
              <a:t>Екінші деңгейді</a:t>
            </a:r>
          </a:p>
          <a:p>
            <a:pPr lvl="2"/>
            <a:r>
              <a:rPr lang="kk-KZ"/>
              <a:t>Үшінші деңгейді</a:t>
            </a:r>
          </a:p>
          <a:p>
            <a:pPr lvl="3"/>
            <a:r>
              <a:rPr lang="kk-KZ"/>
              <a:t>Төртінші деңгейді</a:t>
            </a:r>
          </a:p>
          <a:p>
            <a:pPr lvl="4"/>
            <a:r>
              <a:rPr lang="kk-KZ"/>
              <a:t>Бесінші деңгейді өңдеу үшін басыңыз</a:t>
            </a:r>
          </a:p>
        </p:txBody>
      </p:sp>
      <p:sp>
        <p:nvSpPr>
          <p:cNvPr id="4" name="Мазмұн 3">
            <a:extLst>
              <a:ext uri="{FF2B5EF4-FFF2-40B4-BE49-F238E27FC236}">
                <a16:creationId xmlns:a16="http://schemas.microsoft.com/office/drawing/2014/main" id="{66448B1F-2EF5-79C9-B36C-CB18ABFEC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k-KZ"/>
              <a:t>Негізгі мәтін үлгісін</a:t>
            </a:r>
          </a:p>
          <a:p>
            <a:pPr lvl="1"/>
            <a:r>
              <a:rPr lang="kk-KZ"/>
              <a:t>Екінші деңгейді</a:t>
            </a:r>
          </a:p>
          <a:p>
            <a:pPr lvl="2"/>
            <a:r>
              <a:rPr lang="kk-KZ"/>
              <a:t>Үшінші деңгейді</a:t>
            </a:r>
          </a:p>
          <a:p>
            <a:pPr lvl="3"/>
            <a:r>
              <a:rPr lang="kk-KZ"/>
              <a:t>Төртінші деңгейді</a:t>
            </a:r>
          </a:p>
          <a:p>
            <a:pPr lvl="4"/>
            <a:r>
              <a:rPr lang="kk-KZ"/>
              <a:t>Бесінші деңгейді өңдеу үшін басыңыз</a:t>
            </a:r>
          </a:p>
        </p:txBody>
      </p:sp>
      <p:sp>
        <p:nvSpPr>
          <p:cNvPr id="5" name="Күн 4">
            <a:extLst>
              <a:ext uri="{FF2B5EF4-FFF2-40B4-BE49-F238E27FC236}">
                <a16:creationId xmlns:a16="http://schemas.microsoft.com/office/drawing/2014/main" id="{6DFFE65F-6CA5-CBAD-5B84-E8053D903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B7F7-4C21-FA47-B293-852A0B59BF8C}" type="datetimeFigureOut">
              <a:rPr lang="kk-KZ" smtClean="0"/>
              <a:t>23.10.2025</a:t>
            </a:fld>
            <a:endParaRPr lang="kk-KZ"/>
          </a:p>
        </p:txBody>
      </p:sp>
      <p:sp>
        <p:nvSpPr>
          <p:cNvPr id="6" name="Төменгі колонтитул 5">
            <a:extLst>
              <a:ext uri="{FF2B5EF4-FFF2-40B4-BE49-F238E27FC236}">
                <a16:creationId xmlns:a16="http://schemas.microsoft.com/office/drawing/2014/main" id="{70C2824A-54C9-502A-FB88-557B17F6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k-KZ"/>
          </a:p>
        </p:txBody>
      </p:sp>
      <p:sp>
        <p:nvSpPr>
          <p:cNvPr id="7" name="Слайд нөмірі 6">
            <a:extLst>
              <a:ext uri="{FF2B5EF4-FFF2-40B4-BE49-F238E27FC236}">
                <a16:creationId xmlns:a16="http://schemas.microsoft.com/office/drawing/2014/main" id="{5DCD1526-95F8-71D3-F851-FFCCF96E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DC5C-B6CF-C441-A98C-4C649333467C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2830453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алыстыр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F1CADC75-D31F-94E6-67D6-C2258953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k-KZ"/>
              <a:t>Тақырып үлгісі</a:t>
            </a:r>
          </a:p>
        </p:txBody>
      </p:sp>
      <p:sp>
        <p:nvSpPr>
          <p:cNvPr id="3" name="Мәтін 2">
            <a:extLst>
              <a:ext uri="{FF2B5EF4-FFF2-40B4-BE49-F238E27FC236}">
                <a16:creationId xmlns:a16="http://schemas.microsoft.com/office/drawing/2014/main" id="{97EDB20A-21D6-EAA9-6C54-5B8E7A2A7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k-KZ"/>
              <a:t>Негізгі мәтін үлгісін</a:t>
            </a:r>
          </a:p>
        </p:txBody>
      </p:sp>
      <p:sp>
        <p:nvSpPr>
          <p:cNvPr id="4" name="Мазмұн 3">
            <a:extLst>
              <a:ext uri="{FF2B5EF4-FFF2-40B4-BE49-F238E27FC236}">
                <a16:creationId xmlns:a16="http://schemas.microsoft.com/office/drawing/2014/main" id="{EDA19A78-5713-B883-C52E-06D0C9391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k-KZ"/>
              <a:t>Негізгі мәтін үлгісін</a:t>
            </a:r>
          </a:p>
          <a:p>
            <a:pPr lvl="1"/>
            <a:r>
              <a:rPr lang="kk-KZ"/>
              <a:t>Екінші деңгейді</a:t>
            </a:r>
          </a:p>
          <a:p>
            <a:pPr lvl="2"/>
            <a:r>
              <a:rPr lang="kk-KZ"/>
              <a:t>Үшінші деңгейді</a:t>
            </a:r>
          </a:p>
          <a:p>
            <a:pPr lvl="3"/>
            <a:r>
              <a:rPr lang="kk-KZ"/>
              <a:t>Төртінші деңгейді</a:t>
            </a:r>
          </a:p>
          <a:p>
            <a:pPr lvl="4"/>
            <a:r>
              <a:rPr lang="kk-KZ"/>
              <a:t>Бесінші деңгейді өңдеу үшін басыңыз</a:t>
            </a:r>
          </a:p>
        </p:txBody>
      </p:sp>
      <p:sp>
        <p:nvSpPr>
          <p:cNvPr id="5" name="Мәтін 4">
            <a:extLst>
              <a:ext uri="{FF2B5EF4-FFF2-40B4-BE49-F238E27FC236}">
                <a16:creationId xmlns:a16="http://schemas.microsoft.com/office/drawing/2014/main" id="{A37BE70E-4355-06F2-EBAB-B60F04E17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k-KZ"/>
              <a:t>Негізгі мәтін үлгісін</a:t>
            </a:r>
          </a:p>
        </p:txBody>
      </p:sp>
      <p:sp>
        <p:nvSpPr>
          <p:cNvPr id="6" name="Мазмұн 5">
            <a:extLst>
              <a:ext uri="{FF2B5EF4-FFF2-40B4-BE49-F238E27FC236}">
                <a16:creationId xmlns:a16="http://schemas.microsoft.com/office/drawing/2014/main" id="{45462BCD-1A0E-6A30-CCC0-7DB7FC235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k-KZ"/>
              <a:t>Негізгі мәтін үлгісін</a:t>
            </a:r>
          </a:p>
          <a:p>
            <a:pPr lvl="1"/>
            <a:r>
              <a:rPr lang="kk-KZ"/>
              <a:t>Екінші деңгейді</a:t>
            </a:r>
          </a:p>
          <a:p>
            <a:pPr lvl="2"/>
            <a:r>
              <a:rPr lang="kk-KZ"/>
              <a:t>Үшінші деңгейді</a:t>
            </a:r>
          </a:p>
          <a:p>
            <a:pPr lvl="3"/>
            <a:r>
              <a:rPr lang="kk-KZ"/>
              <a:t>Төртінші деңгейді</a:t>
            </a:r>
          </a:p>
          <a:p>
            <a:pPr lvl="4"/>
            <a:r>
              <a:rPr lang="kk-KZ"/>
              <a:t>Бесінші деңгейді өңдеу үшін басыңыз</a:t>
            </a:r>
          </a:p>
        </p:txBody>
      </p:sp>
      <p:sp>
        <p:nvSpPr>
          <p:cNvPr id="7" name="Күн 6">
            <a:extLst>
              <a:ext uri="{FF2B5EF4-FFF2-40B4-BE49-F238E27FC236}">
                <a16:creationId xmlns:a16="http://schemas.microsoft.com/office/drawing/2014/main" id="{5BED4CB5-76ED-F130-547C-273A08BAB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B7F7-4C21-FA47-B293-852A0B59BF8C}" type="datetimeFigureOut">
              <a:rPr lang="kk-KZ" smtClean="0"/>
              <a:t>23.10.2025</a:t>
            </a:fld>
            <a:endParaRPr lang="kk-KZ"/>
          </a:p>
        </p:txBody>
      </p:sp>
      <p:sp>
        <p:nvSpPr>
          <p:cNvPr id="8" name="Төменгі колонтитул 7">
            <a:extLst>
              <a:ext uri="{FF2B5EF4-FFF2-40B4-BE49-F238E27FC236}">
                <a16:creationId xmlns:a16="http://schemas.microsoft.com/office/drawing/2014/main" id="{8CDCAFB0-9523-EFF6-C72D-9752626F0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k-KZ"/>
          </a:p>
        </p:txBody>
      </p:sp>
      <p:sp>
        <p:nvSpPr>
          <p:cNvPr id="9" name="Слайд нөмірі 8">
            <a:extLst>
              <a:ext uri="{FF2B5EF4-FFF2-40B4-BE49-F238E27FC236}">
                <a16:creationId xmlns:a16="http://schemas.microsoft.com/office/drawing/2014/main" id="{DC444042-577B-6A4D-E89E-2F6DD211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DC5C-B6CF-C441-A98C-4C649333467C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2623167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ек тақыры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F30B6F0F-A9A8-EFC3-1791-05DA1B89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/>
              <a:t>Тақырып үлгісі</a:t>
            </a:r>
          </a:p>
        </p:txBody>
      </p:sp>
      <p:sp>
        <p:nvSpPr>
          <p:cNvPr id="3" name="Күн 2">
            <a:extLst>
              <a:ext uri="{FF2B5EF4-FFF2-40B4-BE49-F238E27FC236}">
                <a16:creationId xmlns:a16="http://schemas.microsoft.com/office/drawing/2014/main" id="{397CE8C1-1364-3572-4C4B-8FEE307A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B7F7-4C21-FA47-B293-852A0B59BF8C}" type="datetimeFigureOut">
              <a:rPr lang="kk-KZ" smtClean="0"/>
              <a:t>23.10.2025</a:t>
            </a:fld>
            <a:endParaRPr lang="kk-KZ"/>
          </a:p>
        </p:txBody>
      </p:sp>
      <p:sp>
        <p:nvSpPr>
          <p:cNvPr id="4" name="Төменгі колонтитул 3">
            <a:extLst>
              <a:ext uri="{FF2B5EF4-FFF2-40B4-BE49-F238E27FC236}">
                <a16:creationId xmlns:a16="http://schemas.microsoft.com/office/drawing/2014/main" id="{09518104-7820-34EE-A22D-4F50E6752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k-KZ"/>
          </a:p>
        </p:txBody>
      </p:sp>
      <p:sp>
        <p:nvSpPr>
          <p:cNvPr id="5" name="Слайд нөмірі 4">
            <a:extLst>
              <a:ext uri="{FF2B5EF4-FFF2-40B4-BE49-F238E27FC236}">
                <a16:creationId xmlns:a16="http://schemas.microsoft.com/office/drawing/2014/main" id="{B283C188-50C4-61EF-7B13-155B2214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DC5C-B6CF-C441-A98C-4C649333467C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1164075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Б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үн 1">
            <a:extLst>
              <a:ext uri="{FF2B5EF4-FFF2-40B4-BE49-F238E27FC236}">
                <a16:creationId xmlns:a16="http://schemas.microsoft.com/office/drawing/2014/main" id="{9D5DA0C5-345A-E23A-819C-CABAE67D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B7F7-4C21-FA47-B293-852A0B59BF8C}" type="datetimeFigureOut">
              <a:rPr lang="kk-KZ" smtClean="0"/>
              <a:t>23.10.2025</a:t>
            </a:fld>
            <a:endParaRPr lang="kk-KZ"/>
          </a:p>
        </p:txBody>
      </p:sp>
      <p:sp>
        <p:nvSpPr>
          <p:cNvPr id="3" name="Төменгі колонтитул 2">
            <a:extLst>
              <a:ext uri="{FF2B5EF4-FFF2-40B4-BE49-F238E27FC236}">
                <a16:creationId xmlns:a16="http://schemas.microsoft.com/office/drawing/2014/main" id="{BB2E664B-C9BF-F248-AEED-F54C17D9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k-KZ"/>
          </a:p>
        </p:txBody>
      </p:sp>
      <p:sp>
        <p:nvSpPr>
          <p:cNvPr id="4" name="Слайд нөмірі 3">
            <a:extLst>
              <a:ext uri="{FF2B5EF4-FFF2-40B4-BE49-F238E27FC236}">
                <a16:creationId xmlns:a16="http://schemas.microsoft.com/office/drawing/2014/main" id="{EC92BFA3-B9E6-FACF-3110-896350C02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DC5C-B6CF-C441-A98C-4C649333467C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2343508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Тақырыбы бар ныса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7BBBC725-0D34-A047-0B8E-095982169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k-KZ"/>
              <a:t>Тақырып үлгісі</a:t>
            </a:r>
          </a:p>
        </p:txBody>
      </p:sp>
      <p:sp>
        <p:nvSpPr>
          <p:cNvPr id="3" name="Мазмұн 2">
            <a:extLst>
              <a:ext uri="{FF2B5EF4-FFF2-40B4-BE49-F238E27FC236}">
                <a16:creationId xmlns:a16="http://schemas.microsoft.com/office/drawing/2014/main" id="{8A8B5E2E-44D4-66C1-52B1-561F59C5E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k-KZ"/>
              <a:t>Негізгі мәтін үлгісін</a:t>
            </a:r>
          </a:p>
          <a:p>
            <a:pPr lvl="1"/>
            <a:r>
              <a:rPr lang="kk-KZ"/>
              <a:t>Екінші деңгейді</a:t>
            </a:r>
          </a:p>
          <a:p>
            <a:pPr lvl="2"/>
            <a:r>
              <a:rPr lang="kk-KZ"/>
              <a:t>Үшінші деңгейді</a:t>
            </a:r>
          </a:p>
          <a:p>
            <a:pPr lvl="3"/>
            <a:r>
              <a:rPr lang="kk-KZ"/>
              <a:t>Төртінші деңгейді</a:t>
            </a:r>
          </a:p>
          <a:p>
            <a:pPr lvl="4"/>
            <a:r>
              <a:rPr lang="kk-KZ"/>
              <a:t>Бесінші деңгейді өңдеу үшін басыңыз</a:t>
            </a:r>
          </a:p>
        </p:txBody>
      </p:sp>
      <p:sp>
        <p:nvSpPr>
          <p:cNvPr id="4" name="Мәтін 3">
            <a:extLst>
              <a:ext uri="{FF2B5EF4-FFF2-40B4-BE49-F238E27FC236}">
                <a16:creationId xmlns:a16="http://schemas.microsoft.com/office/drawing/2014/main" id="{30F667B5-F183-5ED9-B6F0-FFF50378E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k-KZ"/>
              <a:t>Негізгі мәтін үлгісін</a:t>
            </a:r>
          </a:p>
        </p:txBody>
      </p:sp>
      <p:sp>
        <p:nvSpPr>
          <p:cNvPr id="5" name="Күн 4">
            <a:extLst>
              <a:ext uri="{FF2B5EF4-FFF2-40B4-BE49-F238E27FC236}">
                <a16:creationId xmlns:a16="http://schemas.microsoft.com/office/drawing/2014/main" id="{DDE9B79A-7CD7-CDBB-0039-DBBF6EE4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B7F7-4C21-FA47-B293-852A0B59BF8C}" type="datetimeFigureOut">
              <a:rPr lang="kk-KZ" smtClean="0"/>
              <a:t>23.10.2025</a:t>
            </a:fld>
            <a:endParaRPr lang="kk-KZ"/>
          </a:p>
        </p:txBody>
      </p:sp>
      <p:sp>
        <p:nvSpPr>
          <p:cNvPr id="6" name="Төменгі колонтитул 5">
            <a:extLst>
              <a:ext uri="{FF2B5EF4-FFF2-40B4-BE49-F238E27FC236}">
                <a16:creationId xmlns:a16="http://schemas.microsoft.com/office/drawing/2014/main" id="{CD42F092-6A28-386F-038F-53168EA56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k-KZ"/>
          </a:p>
        </p:txBody>
      </p:sp>
      <p:sp>
        <p:nvSpPr>
          <p:cNvPr id="7" name="Слайд нөмірі 6">
            <a:extLst>
              <a:ext uri="{FF2B5EF4-FFF2-40B4-BE49-F238E27FC236}">
                <a16:creationId xmlns:a16="http://schemas.microsoft.com/office/drawing/2014/main" id="{2A5EF82E-0A5D-D03D-488C-F3B77BE4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DC5C-B6CF-C441-A98C-4C649333467C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359041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Тақырыбы бар сур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EC604DF3-5D3E-BAE6-5A05-377E4593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k-KZ"/>
              <a:t>Тақырып үлгісі</a:t>
            </a:r>
          </a:p>
        </p:txBody>
      </p:sp>
      <p:sp>
        <p:nvSpPr>
          <p:cNvPr id="3" name="Сурет 2">
            <a:extLst>
              <a:ext uri="{FF2B5EF4-FFF2-40B4-BE49-F238E27FC236}">
                <a16:creationId xmlns:a16="http://schemas.microsoft.com/office/drawing/2014/main" id="{D1D9BBBA-81D4-72CB-0353-323F1FB0C9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k-KZ"/>
          </a:p>
        </p:txBody>
      </p:sp>
      <p:sp>
        <p:nvSpPr>
          <p:cNvPr id="4" name="Мәтін 3">
            <a:extLst>
              <a:ext uri="{FF2B5EF4-FFF2-40B4-BE49-F238E27FC236}">
                <a16:creationId xmlns:a16="http://schemas.microsoft.com/office/drawing/2014/main" id="{49CFB238-DDA6-F64F-15D8-89DD8DDCA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k-KZ"/>
              <a:t>Негізгі мәтін үлгісін</a:t>
            </a:r>
          </a:p>
        </p:txBody>
      </p:sp>
      <p:sp>
        <p:nvSpPr>
          <p:cNvPr id="5" name="Күн 4">
            <a:extLst>
              <a:ext uri="{FF2B5EF4-FFF2-40B4-BE49-F238E27FC236}">
                <a16:creationId xmlns:a16="http://schemas.microsoft.com/office/drawing/2014/main" id="{5F68C843-6E9F-43D4-4785-9BE3B680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B7F7-4C21-FA47-B293-852A0B59BF8C}" type="datetimeFigureOut">
              <a:rPr lang="kk-KZ" smtClean="0"/>
              <a:t>23.10.2025</a:t>
            </a:fld>
            <a:endParaRPr lang="kk-KZ"/>
          </a:p>
        </p:txBody>
      </p:sp>
      <p:sp>
        <p:nvSpPr>
          <p:cNvPr id="6" name="Төменгі колонтитул 5">
            <a:extLst>
              <a:ext uri="{FF2B5EF4-FFF2-40B4-BE49-F238E27FC236}">
                <a16:creationId xmlns:a16="http://schemas.microsoft.com/office/drawing/2014/main" id="{5BD9AB00-BB8D-9E19-A9DC-3E5C40A6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k-KZ"/>
          </a:p>
        </p:txBody>
      </p:sp>
      <p:sp>
        <p:nvSpPr>
          <p:cNvPr id="7" name="Слайд нөмірі 6">
            <a:extLst>
              <a:ext uri="{FF2B5EF4-FFF2-40B4-BE49-F238E27FC236}">
                <a16:creationId xmlns:a16="http://schemas.microsoft.com/office/drawing/2014/main" id="{FCE6B04A-5C26-A426-7E65-2FD0E85B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DC5C-B6CF-C441-A98C-4C649333467C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359422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Тақырып және тік мәті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BE3804D9-73D6-B350-8E27-A4DB1CA50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/>
              <a:t>Тақырып үлгісі</a:t>
            </a:r>
          </a:p>
        </p:txBody>
      </p:sp>
      <p:sp>
        <p:nvSpPr>
          <p:cNvPr id="3" name="Тік мәтін 2">
            <a:extLst>
              <a:ext uri="{FF2B5EF4-FFF2-40B4-BE49-F238E27FC236}">
                <a16:creationId xmlns:a16="http://schemas.microsoft.com/office/drawing/2014/main" id="{2289719C-38E2-00A3-3418-8B9A9E9D8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k-KZ"/>
              <a:t>Негізгі мәтін үлгісін</a:t>
            </a:r>
          </a:p>
          <a:p>
            <a:pPr lvl="1"/>
            <a:r>
              <a:rPr lang="kk-KZ"/>
              <a:t>Екінші деңгейді</a:t>
            </a:r>
          </a:p>
          <a:p>
            <a:pPr lvl="2"/>
            <a:r>
              <a:rPr lang="kk-KZ"/>
              <a:t>Үшінші деңгейді</a:t>
            </a:r>
          </a:p>
          <a:p>
            <a:pPr lvl="3"/>
            <a:r>
              <a:rPr lang="kk-KZ"/>
              <a:t>Төртінші деңгейді</a:t>
            </a:r>
          </a:p>
          <a:p>
            <a:pPr lvl="4"/>
            <a:r>
              <a:rPr lang="kk-KZ"/>
              <a:t>Бесінші деңгейді өңдеу үшін басыңыз</a:t>
            </a:r>
          </a:p>
        </p:txBody>
      </p:sp>
      <p:sp>
        <p:nvSpPr>
          <p:cNvPr id="4" name="Күн 3">
            <a:extLst>
              <a:ext uri="{FF2B5EF4-FFF2-40B4-BE49-F238E27FC236}">
                <a16:creationId xmlns:a16="http://schemas.microsoft.com/office/drawing/2014/main" id="{D0631B48-5D6E-CF51-AFA8-C04FA0EC7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B7F7-4C21-FA47-B293-852A0B59BF8C}" type="datetimeFigureOut">
              <a:rPr lang="kk-KZ" smtClean="0"/>
              <a:t>23.10.2025</a:t>
            </a:fld>
            <a:endParaRPr lang="kk-KZ"/>
          </a:p>
        </p:txBody>
      </p:sp>
      <p:sp>
        <p:nvSpPr>
          <p:cNvPr id="5" name="Төменгі колонтитул 4">
            <a:extLst>
              <a:ext uri="{FF2B5EF4-FFF2-40B4-BE49-F238E27FC236}">
                <a16:creationId xmlns:a16="http://schemas.microsoft.com/office/drawing/2014/main" id="{D48FD2F7-F7C0-31DB-3C9D-55E955E9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k-KZ"/>
          </a:p>
        </p:txBody>
      </p:sp>
      <p:sp>
        <p:nvSpPr>
          <p:cNvPr id="6" name="Слайд нөмірі 5">
            <a:extLst>
              <a:ext uri="{FF2B5EF4-FFF2-40B4-BE49-F238E27FC236}">
                <a16:creationId xmlns:a16="http://schemas.microsoft.com/office/drawing/2014/main" id="{32A6052D-4DF4-C4BB-390F-274E8A42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DC5C-B6CF-C441-A98C-4C649333467C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2793194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Тік тақырып пен мәті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ік тақырып 1">
            <a:extLst>
              <a:ext uri="{FF2B5EF4-FFF2-40B4-BE49-F238E27FC236}">
                <a16:creationId xmlns:a16="http://schemas.microsoft.com/office/drawing/2014/main" id="{11D2EC9F-A096-68C8-CBFB-D9C8EDEF6B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k-KZ"/>
              <a:t>Тақырып үлгісі</a:t>
            </a:r>
          </a:p>
        </p:txBody>
      </p:sp>
      <p:sp>
        <p:nvSpPr>
          <p:cNvPr id="3" name="Тік мәтін 2">
            <a:extLst>
              <a:ext uri="{FF2B5EF4-FFF2-40B4-BE49-F238E27FC236}">
                <a16:creationId xmlns:a16="http://schemas.microsoft.com/office/drawing/2014/main" id="{C204F957-7A91-C525-AF8E-3B70964A7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k-KZ"/>
              <a:t>Негізгі мәтін үлгісін</a:t>
            </a:r>
          </a:p>
          <a:p>
            <a:pPr lvl="1"/>
            <a:r>
              <a:rPr lang="kk-KZ"/>
              <a:t>Екінші деңгейді</a:t>
            </a:r>
          </a:p>
          <a:p>
            <a:pPr lvl="2"/>
            <a:r>
              <a:rPr lang="kk-KZ"/>
              <a:t>Үшінші деңгейді</a:t>
            </a:r>
          </a:p>
          <a:p>
            <a:pPr lvl="3"/>
            <a:r>
              <a:rPr lang="kk-KZ"/>
              <a:t>Төртінші деңгейді</a:t>
            </a:r>
          </a:p>
          <a:p>
            <a:pPr lvl="4"/>
            <a:r>
              <a:rPr lang="kk-KZ"/>
              <a:t>Бесінші деңгейді өңдеу үшін басыңыз</a:t>
            </a:r>
          </a:p>
        </p:txBody>
      </p:sp>
      <p:sp>
        <p:nvSpPr>
          <p:cNvPr id="4" name="Күн 3">
            <a:extLst>
              <a:ext uri="{FF2B5EF4-FFF2-40B4-BE49-F238E27FC236}">
                <a16:creationId xmlns:a16="http://schemas.microsoft.com/office/drawing/2014/main" id="{9FCF0B7E-D00B-D5D5-D6D1-CCBE7CFD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B7F7-4C21-FA47-B293-852A0B59BF8C}" type="datetimeFigureOut">
              <a:rPr lang="kk-KZ" smtClean="0"/>
              <a:t>23.10.2025</a:t>
            </a:fld>
            <a:endParaRPr lang="kk-KZ"/>
          </a:p>
        </p:txBody>
      </p:sp>
      <p:sp>
        <p:nvSpPr>
          <p:cNvPr id="5" name="Төменгі колонтитул 4">
            <a:extLst>
              <a:ext uri="{FF2B5EF4-FFF2-40B4-BE49-F238E27FC236}">
                <a16:creationId xmlns:a16="http://schemas.microsoft.com/office/drawing/2014/main" id="{F664CCC7-D9ED-1239-8C3F-84A6C539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k-KZ"/>
          </a:p>
        </p:txBody>
      </p:sp>
      <p:sp>
        <p:nvSpPr>
          <p:cNvPr id="6" name="Слайд нөмірі 5">
            <a:extLst>
              <a:ext uri="{FF2B5EF4-FFF2-40B4-BE49-F238E27FC236}">
                <a16:creationId xmlns:a16="http://schemas.microsoft.com/office/drawing/2014/main" id="{AE4E6938-B19C-69D7-4D56-A797B676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DC5C-B6CF-C441-A98C-4C649333467C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256123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48E8E00E-A040-B8B1-279E-66B2084B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k-KZ"/>
              <a:t>Тақырып үлгісі</a:t>
            </a:r>
          </a:p>
        </p:txBody>
      </p:sp>
      <p:sp>
        <p:nvSpPr>
          <p:cNvPr id="3" name="Мәтін 2">
            <a:extLst>
              <a:ext uri="{FF2B5EF4-FFF2-40B4-BE49-F238E27FC236}">
                <a16:creationId xmlns:a16="http://schemas.microsoft.com/office/drawing/2014/main" id="{5951E8E8-2BF5-730B-E3F4-9FE741346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k-KZ"/>
              <a:t>Негізгі мәтін үлгісін</a:t>
            </a:r>
          </a:p>
          <a:p>
            <a:pPr lvl="1"/>
            <a:r>
              <a:rPr lang="kk-KZ"/>
              <a:t>Екінші деңгейді</a:t>
            </a:r>
          </a:p>
          <a:p>
            <a:pPr lvl="2"/>
            <a:r>
              <a:rPr lang="kk-KZ"/>
              <a:t>Үшінші деңгейді</a:t>
            </a:r>
          </a:p>
          <a:p>
            <a:pPr lvl="3"/>
            <a:r>
              <a:rPr lang="kk-KZ"/>
              <a:t>Төртінші деңгейді</a:t>
            </a:r>
          </a:p>
          <a:p>
            <a:pPr lvl="4"/>
            <a:r>
              <a:rPr lang="kk-KZ"/>
              <a:t>Бесінші деңгейді өңдеу үшін басыңыз</a:t>
            </a:r>
          </a:p>
        </p:txBody>
      </p:sp>
      <p:sp>
        <p:nvSpPr>
          <p:cNvPr id="4" name="Күн 3">
            <a:extLst>
              <a:ext uri="{FF2B5EF4-FFF2-40B4-BE49-F238E27FC236}">
                <a16:creationId xmlns:a16="http://schemas.microsoft.com/office/drawing/2014/main" id="{3D4F42D3-1970-6BB7-ACE8-49C940574D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9B7F7-4C21-FA47-B293-852A0B59BF8C}" type="datetimeFigureOut">
              <a:rPr lang="kk-KZ" smtClean="0"/>
              <a:t>23.10.2025</a:t>
            </a:fld>
            <a:endParaRPr lang="kk-KZ"/>
          </a:p>
        </p:txBody>
      </p:sp>
      <p:sp>
        <p:nvSpPr>
          <p:cNvPr id="5" name="Төменгі колонтитул 4">
            <a:extLst>
              <a:ext uri="{FF2B5EF4-FFF2-40B4-BE49-F238E27FC236}">
                <a16:creationId xmlns:a16="http://schemas.microsoft.com/office/drawing/2014/main" id="{72360F4C-DF29-9852-1781-37027FDE9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k-KZ"/>
          </a:p>
        </p:txBody>
      </p:sp>
      <p:sp>
        <p:nvSpPr>
          <p:cNvPr id="6" name="Слайд нөмірі 5">
            <a:extLst>
              <a:ext uri="{FF2B5EF4-FFF2-40B4-BE49-F238E27FC236}">
                <a16:creationId xmlns:a16="http://schemas.microsoft.com/office/drawing/2014/main" id="{ED746CC5-9E7B-4247-B920-3F761AECD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5DC5C-B6CF-C441-A98C-4C649333467C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39802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k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7BC8324E-7679-9E31-EC3F-62E8B9DC9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532" y="309964"/>
            <a:ext cx="10310812" cy="1499786"/>
          </a:xfrm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r>
              <a:rPr lang="kk-KZ" dirty="0">
                <a:latin typeface="Times New Roman" panose="02020603050405020304" pitchFamily="18" charset="0"/>
                <a:ea typeface="Bernard MT Condensed" panose="02000000000000000000" pitchFamily="2" charset="0"/>
                <a:cs typeface="Times New Roman" panose="02020603050405020304" pitchFamily="18" charset="0"/>
              </a:rPr>
              <a:t>Мәтіндік ақпараттарды кодтау принциптері:</a:t>
            </a:r>
          </a:p>
        </p:txBody>
      </p:sp>
      <p:sp>
        <p:nvSpPr>
          <p:cNvPr id="3" name="Тақырыпша 2">
            <a:extLst>
              <a:ext uri="{FF2B5EF4-FFF2-40B4-BE49-F238E27FC236}">
                <a16:creationId xmlns:a16="http://schemas.microsoft.com/office/drawing/2014/main" id="{C614AC90-3697-4927-698C-772156507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078" y="2332531"/>
            <a:ext cx="5904921" cy="768351"/>
          </a:xfrm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r>
              <a:rPr lang="kk-K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Жолдасұлы Нұрболат</a:t>
            </a:r>
          </a:p>
        </p:txBody>
      </p:sp>
      <p:sp>
        <p:nvSpPr>
          <p:cNvPr id="5" name="Тақырыпша 2">
            <a:extLst>
              <a:ext uri="{FF2B5EF4-FFF2-40B4-BE49-F238E27FC236}">
                <a16:creationId xmlns:a16="http://schemas.microsoft.com/office/drawing/2014/main" id="{1A82FA69-FAA1-95D7-6133-9A8CF4BD8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4407" y="3363118"/>
            <a:ext cx="4286250" cy="891982"/>
          </a:xfrm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r>
              <a:rPr lang="kk-K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Сынып: 10 « Ә » </a:t>
            </a:r>
          </a:p>
        </p:txBody>
      </p:sp>
    </p:spTree>
    <p:extLst>
      <p:ext uri="{BB962C8B-B14F-4D97-AF65-F5344CB8AC3E}">
        <p14:creationId xmlns:p14="http://schemas.microsoft.com/office/powerpoint/2010/main" val="260758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4498E4EC-C627-59D1-047F-4749D94E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76" y="153196"/>
            <a:ext cx="10277462" cy="1239835"/>
          </a:xfrm>
        </p:spPr>
        <p:txBody>
          <a:bodyPr>
            <a:noAutofit/>
          </a:bodyPr>
          <a:lstStyle/>
          <a:p>
            <a:r>
              <a:rPr lang="kk-KZ" sz="6000" dirty="0"/>
              <a:t>Кіріспе:</a:t>
            </a:r>
          </a:p>
        </p:txBody>
      </p:sp>
      <p:sp>
        <p:nvSpPr>
          <p:cNvPr id="3" name="Мазмұн 2">
            <a:extLst>
              <a:ext uri="{FF2B5EF4-FFF2-40B4-BE49-F238E27FC236}">
                <a16:creationId xmlns:a16="http://schemas.microsoft.com/office/drawing/2014/main" id="{A147F3F5-7DFC-7726-DA5D-6B81AE1BF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167" y="1615278"/>
            <a:ext cx="11079958" cy="1008877"/>
          </a:xfrm>
        </p:spPr>
        <p:txBody>
          <a:bodyPr>
            <a:no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Компьютерде мәтін жеке символдардан тұрады.</a:t>
            </a:r>
          </a:p>
        </p:txBody>
      </p:sp>
      <p:sp>
        <p:nvSpPr>
          <p:cNvPr id="5" name="Мазмұн 2">
            <a:extLst>
              <a:ext uri="{FF2B5EF4-FFF2-40B4-BE49-F238E27FC236}">
                <a16:creationId xmlns:a16="http://schemas.microsoft.com/office/drawing/2014/main" id="{CB2C5A62-0242-DEB4-F217-8722B3ACF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168" y="2624156"/>
            <a:ext cx="11222832" cy="1602563"/>
          </a:xfrm>
        </p:spPr>
        <p:txBody>
          <a:bodyPr>
            <a:no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Әрбір символды дисплейге шығару үшін оның белгілі бір ережеге сай жазылған машиналық коды қажет.</a:t>
            </a:r>
          </a:p>
        </p:txBody>
      </p:sp>
      <p:sp>
        <p:nvSpPr>
          <p:cNvPr id="7" name="Мазмұн 2">
            <a:extLst>
              <a:ext uri="{FF2B5EF4-FFF2-40B4-BE49-F238E27FC236}">
                <a16:creationId xmlns:a16="http://schemas.microsoft.com/office/drawing/2014/main" id="{A93B89A0-125B-E775-C99E-D618AB744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168" y="4226719"/>
            <a:ext cx="11353801" cy="1797843"/>
          </a:xfrm>
        </p:spPr>
        <p:txBody>
          <a:bodyPr>
            <a:no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Пернелерде әріптер, тыныс белгілері және басқа да символдар жазылған.</a:t>
            </a:r>
          </a:p>
        </p:txBody>
      </p:sp>
    </p:spTree>
    <p:extLst>
      <p:ext uri="{BB962C8B-B14F-4D97-AF65-F5344CB8AC3E}">
        <p14:creationId xmlns:p14="http://schemas.microsoft.com/office/powerpoint/2010/main" val="323500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6FAC59FE-DD00-35CF-5785-037A53724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844"/>
            <a:ext cx="10413205" cy="1202531"/>
          </a:xfrm>
        </p:spPr>
        <p:txBody>
          <a:bodyPr>
            <a:noAutofit/>
          </a:bodyPr>
          <a:lstStyle/>
          <a:p>
            <a:r>
              <a:rPr lang="kk-KZ" sz="6000" dirty="0"/>
              <a:t>Кодтау ұғымы</a:t>
            </a:r>
            <a:r>
              <a:rPr lang="kk-K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kk-KZ" sz="6000" dirty="0"/>
          </a:p>
        </p:txBody>
      </p:sp>
      <p:sp>
        <p:nvSpPr>
          <p:cNvPr id="3" name="Мазмұн 2">
            <a:extLst>
              <a:ext uri="{FF2B5EF4-FFF2-40B4-BE49-F238E27FC236}">
                <a16:creationId xmlns:a16="http://schemas.microsoft.com/office/drawing/2014/main" id="{AF53BBCE-E164-0415-8B5C-1F111A697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793875"/>
            <a:ext cx="11770519" cy="1805781"/>
          </a:xfrm>
        </p:spPr>
        <p:txBody>
          <a:bodyPr>
            <a:no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Кодтау – символдарды машиналық кодқа сәйкестендіру, сонымен қатар ақпаратты компьютер тілінен адам тіліне және керісінше аудару.</a:t>
            </a:r>
          </a:p>
        </p:txBody>
      </p:sp>
      <p:sp>
        <p:nvSpPr>
          <p:cNvPr id="5" name="Мазмұн 2">
            <a:extLst>
              <a:ext uri="{FF2B5EF4-FFF2-40B4-BE49-F238E27FC236}">
                <a16:creationId xmlns:a16="http://schemas.microsoft.com/office/drawing/2014/main" id="{3F08E580-77B9-E8C1-E051-25717C916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3917156"/>
            <a:ext cx="11770519" cy="1805781"/>
          </a:xfrm>
        </p:spPr>
        <p:txBody>
          <a:bodyPr>
            <a:no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Әр символ 8-разрядты екілік код болып саналады.</a:t>
            </a:r>
          </a:p>
        </p:txBody>
      </p:sp>
    </p:spTree>
    <p:extLst>
      <p:ext uri="{BB962C8B-B14F-4D97-AF65-F5344CB8AC3E}">
        <p14:creationId xmlns:p14="http://schemas.microsoft.com/office/powerpoint/2010/main" val="1998965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66921A5A-F2D8-2ED2-4A8F-A31665DAD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368"/>
            <a:ext cx="10865644" cy="1384101"/>
          </a:xfrm>
        </p:spPr>
        <p:txBody>
          <a:bodyPr>
            <a:normAutofit/>
          </a:bodyPr>
          <a:lstStyle/>
          <a:p>
            <a:r>
              <a:rPr lang="kk-K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Кодтау ерекшелігі:</a:t>
            </a:r>
          </a:p>
        </p:txBody>
      </p:sp>
      <p:sp>
        <p:nvSpPr>
          <p:cNvPr id="3" name="Мазмұн 2">
            <a:extLst>
              <a:ext uri="{FF2B5EF4-FFF2-40B4-BE49-F238E27FC236}">
                <a16:creationId xmlns:a16="http://schemas.microsoft.com/office/drawing/2014/main" id="{55CEAA53-93C8-8713-368D-92407CBC1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521" y="1695648"/>
            <a:ext cx="11528823" cy="1221383"/>
          </a:xfrm>
        </p:spPr>
        <p:txBody>
          <a:bodyPr>
            <a:norm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Кодтаудың ерекшелігі – әрбір символ 0-ден 255-ке дейінгі мәнге сәйкес келеді.</a:t>
            </a:r>
          </a:p>
        </p:txBody>
      </p:sp>
      <p:sp>
        <p:nvSpPr>
          <p:cNvPr id="5" name="Мазмұн 2">
            <a:extLst>
              <a:ext uri="{FF2B5EF4-FFF2-40B4-BE49-F238E27FC236}">
                <a16:creationId xmlns:a16="http://schemas.microsoft.com/office/drawing/2014/main" id="{55127C89-F20F-ACA5-01DF-B90890515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520" y="2762250"/>
            <a:ext cx="11528823" cy="4095749"/>
          </a:xfrm>
        </p:spPr>
        <p:txBody>
          <a:bodyPr>
            <a:no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Мысалы:
00000000 – 0
11111111 – 255
Бұл код жай екілік есептеу жүйесіндегі символдың нөмірін білдіреді.</a:t>
            </a:r>
          </a:p>
        </p:txBody>
      </p:sp>
    </p:spTree>
    <p:extLst>
      <p:ext uri="{BB962C8B-B14F-4D97-AF65-F5344CB8AC3E}">
        <p14:creationId xmlns:p14="http://schemas.microsoft.com/office/powerpoint/2010/main" val="1518531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0125BCA3-D26C-812E-C4FE-C60A60BBC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77031"/>
            <a:ext cx="10496551" cy="1063625"/>
          </a:xfrm>
        </p:spPr>
        <p:txBody>
          <a:bodyPr>
            <a:normAutofit/>
          </a:bodyPr>
          <a:lstStyle/>
          <a:p>
            <a:r>
              <a:rPr lang="kk-K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Кодтау кестесі:</a:t>
            </a:r>
          </a:p>
        </p:txBody>
      </p:sp>
      <p:sp>
        <p:nvSpPr>
          <p:cNvPr id="3" name="Мазмұн 2">
            <a:extLst>
              <a:ext uri="{FF2B5EF4-FFF2-40B4-BE49-F238E27FC236}">
                <a16:creationId xmlns:a16="http://schemas.microsoft.com/office/drawing/2014/main" id="{FA744D12-145F-0B4E-ECEB-E1CBE5C6C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606" y="1702593"/>
            <a:ext cx="11532393" cy="1571625"/>
          </a:xfrm>
        </p:spPr>
        <p:txBody>
          <a:bodyPr>
            <a:norm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Барлық символдардың нөміріне сәйкес кесте кодтау кестесі деп аталады.</a:t>
            </a:r>
          </a:p>
        </p:txBody>
      </p:sp>
      <p:sp>
        <p:nvSpPr>
          <p:cNvPr id="5" name="Мазмұн 2">
            <a:extLst>
              <a:ext uri="{FF2B5EF4-FFF2-40B4-BE49-F238E27FC236}">
                <a16:creationId xmlns:a16="http://schemas.microsoft.com/office/drawing/2014/main" id="{AC233492-A13A-D77B-7455-5F0ACC3E5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606" y="3151187"/>
            <a:ext cx="11639549" cy="3329781"/>
          </a:xfrm>
        </p:spPr>
        <p:txBody>
          <a:bodyPr>
            <a:norm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Кестеде латын әріптері, сандар, тыныс белгілері және арнайы символдар беріледі.</a:t>
            </a:r>
          </a:p>
        </p:txBody>
      </p:sp>
    </p:spTree>
    <p:extLst>
      <p:ext uri="{BB962C8B-B14F-4D97-AF65-F5344CB8AC3E}">
        <p14:creationId xmlns:p14="http://schemas.microsoft.com/office/powerpoint/2010/main" val="2057439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21F0D85A-6F1A-447B-5AC1-BDB2A6A97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36564"/>
            <a:ext cx="10818019" cy="1008065"/>
          </a:xfrm>
        </p:spPr>
        <p:txBody>
          <a:bodyPr>
            <a:noAutofit/>
          </a:bodyPr>
          <a:lstStyle/>
          <a:p>
            <a:r>
              <a:rPr lang="kk-K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 кестесі:</a:t>
            </a:r>
          </a:p>
        </p:txBody>
      </p:sp>
      <p:sp>
        <p:nvSpPr>
          <p:cNvPr id="3" name="Мазмұн 2">
            <a:extLst>
              <a:ext uri="{FF2B5EF4-FFF2-40B4-BE49-F238E27FC236}">
                <a16:creationId xmlns:a16="http://schemas.microsoft.com/office/drawing/2014/main" id="{2C4D67F0-188E-65A7-D06D-0B49D2059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272" y="1730376"/>
            <a:ext cx="10484644" cy="1353344"/>
          </a:xfrm>
        </p:spPr>
        <p:txBody>
          <a:bodyPr>
            <a:norm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  – ағылшын тіліндегі символдарды кодтау кестесі.</a:t>
            </a:r>
          </a:p>
        </p:txBody>
      </p:sp>
      <p:sp>
        <p:nvSpPr>
          <p:cNvPr id="5" name="Мазмұн 2">
            <a:extLst>
              <a:ext uri="{FF2B5EF4-FFF2-40B4-BE49-F238E27FC236}">
                <a16:creationId xmlns:a16="http://schemas.microsoft.com/office/drawing/2014/main" id="{54AB5692-6BB6-EC8C-81F3-39C0A4D8D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271" y="3097609"/>
            <a:ext cx="11124010" cy="1081482"/>
          </a:xfrm>
        </p:spPr>
        <p:txBody>
          <a:bodyPr>
            <a:norm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Бұл кодтау түрі 0-ден 127-ге дейінгі орын алады.</a:t>
            </a:r>
          </a:p>
        </p:txBody>
      </p:sp>
      <p:sp>
        <p:nvSpPr>
          <p:cNvPr id="7" name="Мазмұн 2">
            <a:extLst>
              <a:ext uri="{FF2B5EF4-FFF2-40B4-BE49-F238E27FC236}">
                <a16:creationId xmlns:a16="http://schemas.microsoft.com/office/drawing/2014/main" id="{FC1213DD-A4EF-99E9-034E-C6D8AC1A3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271" y="4179091"/>
            <a:ext cx="11838385" cy="2678909"/>
          </a:xfrm>
        </p:spPr>
        <p:txBody>
          <a:bodyPr>
            <a:no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 кестесінде әріптер, сандар және арнайы таңбалар қамтылған.</a:t>
            </a:r>
          </a:p>
        </p:txBody>
      </p:sp>
    </p:spTree>
    <p:extLst>
      <p:ext uri="{BB962C8B-B14F-4D97-AF65-F5344CB8AC3E}">
        <p14:creationId xmlns:p14="http://schemas.microsoft.com/office/powerpoint/2010/main" val="2909024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ECB64668-66FC-7CB6-996D-A94982360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1353800" cy="1385094"/>
          </a:xfrm>
        </p:spPr>
        <p:txBody>
          <a:bodyPr>
            <a:normAutofit/>
          </a:bodyPr>
          <a:lstStyle/>
          <a:p>
            <a:r>
              <a:rPr lang="kk-K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 кестесінің мысалы:</a:t>
            </a:r>
          </a:p>
        </p:txBody>
      </p:sp>
      <p:sp>
        <p:nvSpPr>
          <p:cNvPr id="3" name="Мазмұн 2">
            <a:extLst>
              <a:ext uri="{FF2B5EF4-FFF2-40B4-BE49-F238E27FC236}">
                <a16:creationId xmlns:a16="http://schemas.microsoft.com/office/drawing/2014/main" id="{FB3CC741-C29C-3CC5-DF07-372A4AAE4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8110"/>
            <a:ext cx="11353800" cy="4699889"/>
          </a:xfrm>
        </p:spPr>
        <p:txBody>
          <a:bodyPr>
            <a:normAutofit/>
          </a:bodyPr>
          <a:lstStyle/>
          <a:p>
            <a:r>
              <a:rPr lang="kk-K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kk-K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</a:t>
            </a:r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kk-K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Атауы</a:t>
            </a:r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65	          A	        латын әрпі
66	          B	        латын әрпі
48	          0	        сан
64	          @	        арнайы белгі</a:t>
            </a:r>
          </a:p>
        </p:txBody>
      </p:sp>
    </p:spTree>
    <p:extLst>
      <p:ext uri="{BB962C8B-B14F-4D97-AF65-F5344CB8AC3E}">
        <p14:creationId xmlns:p14="http://schemas.microsoft.com/office/powerpoint/2010/main" val="4209836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83201A54-235B-64C5-5929-CCCCDA20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k-K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Басқа стандарттар:</a:t>
            </a:r>
          </a:p>
        </p:txBody>
      </p:sp>
      <p:sp>
        <p:nvSpPr>
          <p:cNvPr id="3" name="Мазмұн 2">
            <a:extLst>
              <a:ext uri="{FF2B5EF4-FFF2-40B4-BE49-F238E27FC236}">
                <a16:creationId xmlns:a16="http://schemas.microsoft.com/office/drawing/2014/main" id="{6A674408-571E-A9D3-FC33-1050EB8D3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606" y="2028032"/>
            <a:ext cx="11532394" cy="1508125"/>
          </a:xfrm>
        </p:spPr>
        <p:txBody>
          <a:bodyPr>
            <a:normAutofit/>
          </a:bodyPr>
          <a:lstStyle/>
          <a:p>
            <a:r>
              <a:rPr lang="kk-KZ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фирмасының </a:t>
            </a:r>
            <a:r>
              <a:rPr lang="kk-KZ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 операциялық жүйесі өз кодтау түрін қолданған.</a:t>
            </a:r>
          </a:p>
        </p:txBody>
      </p:sp>
      <p:sp>
        <p:nvSpPr>
          <p:cNvPr id="5" name="Мазмұн 2">
            <a:extLst>
              <a:ext uri="{FF2B5EF4-FFF2-40B4-BE49-F238E27FC236}">
                <a16:creationId xmlns:a16="http://schemas.microsoft.com/office/drawing/2014/main" id="{81333800-8478-ACC6-136E-1F7D74F32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605" y="3429000"/>
            <a:ext cx="11377613" cy="3063875"/>
          </a:xfrm>
        </p:spPr>
        <p:txBody>
          <a:bodyPr>
            <a:norm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Сондай-ақ, ISO8859-5 стандарты орыс және басқа тілдер үшін қолданылды.</a:t>
            </a:r>
          </a:p>
        </p:txBody>
      </p:sp>
    </p:spTree>
    <p:extLst>
      <p:ext uri="{BB962C8B-B14F-4D97-AF65-F5344CB8AC3E}">
        <p14:creationId xmlns:p14="http://schemas.microsoft.com/office/powerpoint/2010/main" val="3287884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8F5276CB-98A1-F40A-5E2D-FF76A0143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27579" cy="1432718"/>
          </a:xfrm>
        </p:spPr>
        <p:txBody>
          <a:bodyPr>
            <a:normAutofit/>
          </a:bodyPr>
          <a:lstStyle/>
          <a:p>
            <a:r>
              <a:rPr lang="kk-KZ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kk-K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кодтау жүйесі:</a:t>
            </a:r>
          </a:p>
        </p:txBody>
      </p:sp>
      <p:sp>
        <p:nvSpPr>
          <p:cNvPr id="3" name="Мазмұн 2">
            <a:extLst>
              <a:ext uri="{FF2B5EF4-FFF2-40B4-BE49-F238E27FC236}">
                <a16:creationId xmlns:a16="http://schemas.microsoft.com/office/drawing/2014/main" id="{F1CFC60B-ABD8-8D4D-8A84-A25B50FE1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606" y="2111375"/>
            <a:ext cx="11127578" cy="1008062"/>
          </a:xfrm>
        </p:spPr>
        <p:txBody>
          <a:bodyPr>
            <a:norm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1991 жылы </a:t>
            </a:r>
            <a:r>
              <a:rPr lang="kk-KZ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стандарты енгізілді.</a:t>
            </a:r>
          </a:p>
        </p:txBody>
      </p:sp>
      <p:sp>
        <p:nvSpPr>
          <p:cNvPr id="5" name="Мазмұн 2">
            <a:extLst>
              <a:ext uri="{FF2B5EF4-FFF2-40B4-BE49-F238E27FC236}">
                <a16:creationId xmlns:a16="http://schemas.microsoft.com/office/drawing/2014/main" id="{38FC7225-24B6-8738-0810-1B81F617B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605" y="3206751"/>
            <a:ext cx="11306175" cy="1008062"/>
          </a:xfrm>
        </p:spPr>
        <p:txBody>
          <a:bodyPr>
            <a:normAutofit lnSpcReduction="10000"/>
          </a:bodyPr>
          <a:lstStyle/>
          <a:p>
            <a:r>
              <a:rPr lang="kk-KZ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барлық тілдердегі символдарды бір код жүйесіне біріктіреді.</a:t>
            </a:r>
          </a:p>
        </p:txBody>
      </p:sp>
      <p:sp>
        <p:nvSpPr>
          <p:cNvPr id="7" name="Мазмұн 2">
            <a:extLst>
              <a:ext uri="{FF2B5EF4-FFF2-40B4-BE49-F238E27FC236}">
                <a16:creationId xmlns:a16="http://schemas.microsoft.com/office/drawing/2014/main" id="{8DDAD72F-DDE4-D577-AD6C-D9A0DDC27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605" y="4528345"/>
            <a:ext cx="11306174" cy="1964530"/>
          </a:xfrm>
        </p:spPr>
        <p:txBody>
          <a:bodyPr>
            <a:norm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Әрбір символ 16 разрядты кодпен бейнеленеді.</a:t>
            </a:r>
          </a:p>
        </p:txBody>
      </p:sp>
    </p:spTree>
    <p:extLst>
      <p:ext uri="{BB962C8B-B14F-4D97-AF65-F5344CB8AC3E}">
        <p14:creationId xmlns:p14="http://schemas.microsoft.com/office/powerpoint/2010/main" val="1620368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ақырып 1">
            <a:extLst>
              <a:ext uri="{FF2B5EF4-FFF2-40B4-BE49-F238E27FC236}">
                <a16:creationId xmlns:a16="http://schemas.microsoft.com/office/drawing/2014/main" id="{17A3CDB8-6EEB-D519-BF82-78F23703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49" y="214311"/>
            <a:ext cx="5507831" cy="1202533"/>
          </a:xfrm>
        </p:spPr>
        <p:txBody>
          <a:bodyPr>
            <a:normAutofit/>
          </a:bodyPr>
          <a:lstStyle/>
          <a:p>
            <a:r>
              <a:rPr lang="kk-K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Қорытынды</a:t>
            </a:r>
            <a:r>
              <a:rPr lang="kk-KZ" dirty="0"/>
              <a:t>:</a:t>
            </a:r>
          </a:p>
        </p:txBody>
      </p:sp>
      <p:sp>
        <p:nvSpPr>
          <p:cNvPr id="3" name="Мазмұн 2">
            <a:extLst>
              <a:ext uri="{FF2B5EF4-FFF2-40B4-BE49-F238E27FC236}">
                <a16:creationId xmlns:a16="http://schemas.microsoft.com/office/drawing/2014/main" id="{947555C1-ACA8-D896-8C75-B7E6D2589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661" y="1821655"/>
            <a:ext cx="11237119" cy="1321595"/>
          </a:xfrm>
        </p:spPr>
        <p:txBody>
          <a:bodyPr>
            <a:norm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Кодтау – компьютерде мәтіндік ақпаратты көрсету мен өңдеудің негізі.</a:t>
            </a:r>
          </a:p>
        </p:txBody>
      </p:sp>
      <p:sp>
        <p:nvSpPr>
          <p:cNvPr id="5" name="Мазмұн 2">
            <a:extLst>
              <a:ext uri="{FF2B5EF4-FFF2-40B4-BE49-F238E27FC236}">
                <a16:creationId xmlns:a16="http://schemas.microsoft.com/office/drawing/2014/main" id="{6AF56A75-1016-647E-91D0-CA2208196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662" y="3232546"/>
            <a:ext cx="11368088" cy="952500"/>
          </a:xfrm>
        </p:spPr>
        <p:txBody>
          <a:bodyPr>
            <a:normAutofit/>
          </a:bodyPr>
          <a:lstStyle/>
          <a:p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 – алғашқы, </a:t>
            </a:r>
            <a:r>
              <a:rPr lang="kk-KZ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әлемдік стандарт.</a:t>
            </a:r>
          </a:p>
        </p:txBody>
      </p:sp>
      <p:sp>
        <p:nvSpPr>
          <p:cNvPr id="6" name="Мазмұн 2">
            <a:extLst>
              <a:ext uri="{FF2B5EF4-FFF2-40B4-BE49-F238E27FC236}">
                <a16:creationId xmlns:a16="http://schemas.microsoft.com/office/drawing/2014/main" id="{F8A67EB4-5F12-D92B-D1BB-45C867366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662" y="4185046"/>
            <a:ext cx="11772901" cy="2577704"/>
          </a:xfrm>
        </p:spPr>
        <p:txBody>
          <a:bodyPr>
            <a:noAutofit/>
          </a:bodyPr>
          <a:lstStyle/>
          <a:p>
            <a:r>
              <a:rPr lang="kk-KZ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kk-K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арқасында кез келген тілдің мәтіні компьютерде дұрыс бейнеленеді.</a:t>
            </a:r>
          </a:p>
        </p:txBody>
      </p:sp>
    </p:spTree>
    <p:extLst>
      <p:ext uri="{BB962C8B-B14F-4D97-AF65-F5344CB8AC3E}">
        <p14:creationId xmlns:p14="http://schemas.microsoft.com/office/powerpoint/2010/main" val="3374547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тақырыбы">
  <a:themeElements>
    <a:clrScheme name="Стандартт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т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т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Кең экран</PresentationFormat>
  <Slides>10</Slides>
  <Notes>0</Notes>
  <HiddenSlides>0</HiddenSlides>
  <ScaleCrop>false</ScaleCrop>
  <HeadingPairs>
    <vt:vector size="4" baseType="variant">
      <vt:variant>
        <vt:lpstr>Тақырып</vt:lpstr>
      </vt:variant>
      <vt:variant>
        <vt:i4>1</vt:i4>
      </vt:variant>
      <vt:variant>
        <vt:lpstr>Слайд тақырыптары</vt:lpstr>
      </vt:variant>
      <vt:variant>
        <vt:i4>10</vt:i4>
      </vt:variant>
    </vt:vector>
  </HeadingPairs>
  <TitlesOfParts>
    <vt:vector size="11" baseType="lpstr">
      <vt:lpstr>Office тақырыбы</vt:lpstr>
      <vt:lpstr>Мәтіндік ақпараттарды кодтау принциптері:</vt:lpstr>
      <vt:lpstr>Кіріспе:</vt:lpstr>
      <vt:lpstr>Кодтау ұғымы:</vt:lpstr>
      <vt:lpstr>Кодтау ерекшелігі:</vt:lpstr>
      <vt:lpstr>Кодтау кестесі:</vt:lpstr>
      <vt:lpstr>ASCII кестесі:</vt:lpstr>
      <vt:lpstr>ASCII кестесінің мысалы:</vt:lpstr>
      <vt:lpstr>Басқа стандарттар:</vt:lpstr>
      <vt:lpstr>Unicode кодтау жүйесі:</vt:lpstr>
      <vt:lpstr>Қорытынды: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презентациясы</dc:title>
  <dc:creator>Nurbolat Joldass</dc:creator>
  <cp:lastModifiedBy>Nurbolat Joldass</cp:lastModifiedBy>
  <cp:revision>8</cp:revision>
  <dcterms:created xsi:type="dcterms:W3CDTF">2025-10-23T05:56:57Z</dcterms:created>
  <dcterms:modified xsi:type="dcterms:W3CDTF">2025-10-23T14:06:47Z</dcterms:modified>
</cp:coreProperties>
</file>